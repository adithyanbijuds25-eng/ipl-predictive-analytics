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dallgovind@gmail.com" userId="cd02b54dc453df9f" providerId="LiveId" clId="{2E536C9C-90DA-4284-8C40-33B960E340A7}"/>
    <pc:docChg chg="modSld">
      <pc:chgData name="fidallgovind@gmail.com" userId="cd02b54dc453df9f" providerId="LiveId" clId="{2E536C9C-90DA-4284-8C40-33B960E340A7}" dt="2026-04-20T16:08:45.230" v="5" actId="1076"/>
      <pc:docMkLst>
        <pc:docMk/>
      </pc:docMkLst>
      <pc:sldChg chg="modSp mod">
        <pc:chgData name="fidallgovind@gmail.com" userId="cd02b54dc453df9f" providerId="LiveId" clId="{2E536C9C-90DA-4284-8C40-33B960E340A7}" dt="2026-04-20T16:08:45.230" v="5" actId="1076"/>
        <pc:sldMkLst>
          <pc:docMk/>
          <pc:sldMk cId="0" sldId="256"/>
        </pc:sldMkLst>
        <pc:spChg chg="mod">
          <ac:chgData name="fidallgovind@gmail.com" userId="cd02b54dc453df9f" providerId="LiveId" clId="{2E536C9C-90DA-4284-8C40-33B960E340A7}" dt="2026-04-20T16:08:45.230" v="5" actId="1076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5E20"/>
                </a:solidFill>
                <a:latin typeface="Arial"/>
              </a:defRPr>
            </a:pPr>
            <a:r>
              <a:rPr lang="en-IN" sz="1400" b="0" i="0" u="none" strike="noStrike" dirty="0">
                <a:solidFill>
                  <a:srgbClr val="1B5E20"/>
                </a:solidFill>
                <a:latin typeface="Arial"/>
              </a:rPr>
              <a:t>Model 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66BB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0A-483A-9D18-EB7DBE207872}"/>
              </c:ext>
            </c:extLst>
          </c:dPt>
          <c:dPt>
            <c:idx val="1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0A-483A-9D18-EB7DBE207872}"/>
              </c:ext>
            </c:extLst>
          </c:dPt>
          <c:dPt>
            <c:idx val="2"/>
            <c:invertIfNegative val="0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0A-483A-9D18-EB7DBE20787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Simple Linear
Regression</c:v>
                </c:pt>
                <c:pt idx="1">
                  <c:v>Logistic
Regression</c:v>
                </c:pt>
                <c:pt idx="2">
                  <c:v>Multiple Linear
Regression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71</c:v>
                </c:pt>
                <c:pt idx="2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20A-483A-9D18-EB7DBE2078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6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83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391886" y="1691206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35756"/>
            <a:ext cx="7489371" cy="1199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Batsman Run Prediction using Machine Learning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 flipV="1">
            <a:off x="587828" y="2834641"/>
            <a:ext cx="2743200" cy="45719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596" y="3040163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Adithyan Biju  |  Fidal Govind  |  Archana 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</a:t>
            </a:r>
            <a:r>
              <a:rPr lang="en-US" sz="16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r>
              <a:rPr lang="en-US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IPL Dataset 2008–2020  •  Kaggle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0" y="5056632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3657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is one of the world's most popular sports and the IPL is its biggest tournament.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coaches, and analysts need data-driven tools to understand and predict player performance.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347472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IPL batsman runs using machine learning models trained on historical data from 2008–2020.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explainability to understand which features drive predictions.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179,078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Seasons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2194560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97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deliveries.csv + matches.csv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841248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batsman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batting_team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batting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Bowler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bowling_team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bowling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stadium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runs_scored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Project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371600" cy="137160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1645920"/>
            <a:ext cx="3200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005840"/>
            <a:ext cx="1371600" cy="13716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1645920"/>
            <a:ext cx="3200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05840"/>
            <a:ext cx="1371600" cy="137160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3200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005840"/>
            <a:ext cx="1371600" cy="13716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3200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005840"/>
            <a:ext cx="1371600" cy="137160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2880" y="2743200"/>
            <a:ext cx="1371600" cy="137160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288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2880" y="3246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554480" y="3383280"/>
            <a:ext cx="3200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2743200"/>
            <a:ext cx="1371600" cy="13716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3736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37360" y="3246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08960" y="3383280"/>
            <a:ext cx="3200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743200"/>
            <a:ext cx="1371600" cy="137160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9184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91840" y="3246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63440" y="3383280"/>
            <a:ext cx="3200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743200"/>
            <a:ext cx="1371600" cy="13716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4632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846320" y="3246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17920" y="3383280"/>
            <a:ext cx="3200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743200"/>
            <a:ext cx="1371600" cy="137160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00800" y="3246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90956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0956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EDA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645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Run Scorer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Virat Kohli leads with 8,000+ runs. S Dhawan and RG Sharma follow closely.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73152" cy="1645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Flop Innings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 of innings score 0–15 runs. Only 15.8% qualify as excellent (41+ runs).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73152" cy="1645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Scoring Trend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runs per innings rose steadily from ~19 (2008) to 22+ (2024).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73152" cy="1645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 Top Venue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CA IS Bindra Stadium has the highest average runs per innings (~24).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Results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730762447"/>
              </p:ext>
            </p:extLst>
          </p:nvPr>
        </p:nvGraphicFramePr>
        <p:xfrm>
          <a:off x="274320" y="100584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51560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051560"/>
            <a:ext cx="73152" cy="11430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143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0" y="1508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68%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6072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2377440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377440"/>
            <a:ext cx="73152" cy="1143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0720" y="2834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71%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60720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classification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577840" y="3703320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703320"/>
            <a:ext cx="73152" cy="1143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60720" y="4160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74%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760720" y="4480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</a:t>
            </a: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SHAP Explainability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explains WHY the model made each prediction by showing each feature's contribution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b="1" dirty="0"/>
          </a:p>
        </p:txBody>
      </p:sp>
      <p:sp>
        <p:nvSpPr>
          <p:cNvPr id="6" name="Text 4"/>
          <p:cNvSpPr/>
          <p:nvPr/>
        </p:nvSpPr>
        <p:spPr>
          <a:xfrm>
            <a:off x="27432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(SHAP Values)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Average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2487168"/>
            <a:ext cx="4274820" cy="219456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0820" y="24231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898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94560" y="2962656"/>
            <a:ext cx="3268980" cy="219456"/>
          </a:xfrm>
          <a:prstGeom prst="rect">
            <a:avLst/>
          </a:prstGeom>
          <a:solidFill>
            <a:srgbClr val="66BB6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4980" y="289864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3741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4560" y="3438144"/>
            <a:ext cx="2263140" cy="219456"/>
          </a:xfrm>
          <a:prstGeom prst="rect">
            <a:avLst/>
          </a:prstGeom>
          <a:solidFill>
            <a:srgbClr val="F9A82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9140" y="337413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849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Team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94560" y="3913632"/>
            <a:ext cx="1508760" cy="219456"/>
          </a:xfrm>
          <a:prstGeom prst="rect">
            <a:avLst/>
          </a:prstGeom>
          <a:solidFill>
            <a:srgbClr val="F9A82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384962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3251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Team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94560" y="4389120"/>
            <a:ext cx="1005840" cy="219456"/>
          </a:xfrm>
          <a:prstGeom prst="rect">
            <a:avLst/>
          </a:prstGeom>
          <a:solidFill>
            <a:srgbClr val="F9A82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43251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965960"/>
            <a:ext cx="32004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6440" y="25146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average is the strongest predictor of runs scored.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rate and venue also significantly influence predictions.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aligns with real cricket domain knowledge.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200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Details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2743200" cy="45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167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426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6426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181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1181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Batsman, venue, teams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935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5935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runs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4069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572000"/>
            <a:ext cx="32004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ipl-predictive-analytics.streamlit.app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1005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Screenshot</a:t>
            </a:r>
            <a:endParaRPr lang="en-US" sz="1300" dirty="0"/>
          </a:p>
        </p:txBody>
      </p:sp>
      <p:pic>
        <p:nvPicPr>
          <p:cNvPr id="22" name="Image 0" descr="/home/claude/streamlit_screensho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417320"/>
            <a:ext cx="5120640" cy="34747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749040" y="1382268"/>
            <a:ext cx="5120640" cy="34747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66BB6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Successfully predicted IPL batsman runs using 3 ML 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47088"/>
            <a:ext cx="530352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9280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Multiple Linear Regression achieved best accuracy of 74%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05456"/>
            <a:ext cx="530352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5117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SHAP revealed batting average as the key prediction driver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63824"/>
            <a:ext cx="530352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954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 deployed live on Streamlit Community Cloud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1097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1600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deep learning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148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Include live IPL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Bowler vs batsman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246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Team win prediction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Adithyan Biju  •  Fidal Govind  •  Archana 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5056632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496</Words>
  <Application>Microsoft Office PowerPoint</Application>
  <PresentationFormat>On-screen Show (16:9)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fidallgovind@gmail.com</cp:lastModifiedBy>
  <cp:revision>3</cp:revision>
  <dcterms:created xsi:type="dcterms:W3CDTF">2026-04-19T17:30:16Z</dcterms:created>
  <dcterms:modified xsi:type="dcterms:W3CDTF">2026-04-20T16:08:52Z</dcterms:modified>
</cp:coreProperties>
</file>